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2124A"/>
          </a:solidFill>
          <a:ln w="12700">
            <a:solidFill>
              <a:srgbClr val="121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C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北京市2026年教师人工智能应用案例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学业英雄养成记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生成式人工智能助力游戏化学习的创新实践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737360" cy="34747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用AI案例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3200400"/>
            <a:ext cx="1737360" cy="34747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游戏化学习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200400"/>
            <a:ext cx="1737360" cy="34747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助力学习变革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200400"/>
            <a:ext cx="1737360" cy="34747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主讲人：马老师   |   北京   |   初中数学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 案例概述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我遇到了什么问题？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57600" cy="8686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📉  缺乏短期正反馈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成绩提升慢，学生看不到自己每天的进步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04872"/>
            <a:ext cx="3657600" cy="8686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50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😴  课堂参与度低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任务完成率不高，作业拖延现象普遍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92424"/>
            <a:ext cx="3657600" cy="8686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4381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 班级氛围平淡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3776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学生之间缺少良性竞争与互动激励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2560320"/>
            <a:ext cx="54864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 解决方案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17373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借助生成式AI，把成绩管理系统改造成一套</a:t>
            </a:r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角色养成游戏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完成作业/测验 → 获得经验值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经验积累 → 角色升级进化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同学互相挑战 → 良性竞争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每日抽卡道具 → 持续动力
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成绩不再是冰冷数字，而是英雄成长之路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 案例概述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对应应用场景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主场景：助力学习变革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教师应用AI，支持对话式、游戏化、个性化、协作探究与跨学科学习，推动学生向知识建构者转变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1554480" cy="100584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331720"/>
            <a:ext cx="1517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对话式学习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57400" y="2331720"/>
            <a:ext cx="155448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2331720"/>
            <a:ext cx="1554480" cy="1005840"/>
          </a:xfrm>
          <a:prstGeom prst="rect">
            <a:avLst/>
          </a:prstGeom>
          <a:solidFill>
            <a:srgbClr val="7C3AED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2331720"/>
            <a:ext cx="1517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游戏化学习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2331720"/>
            <a:ext cx="1554480" cy="100584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67328" y="2331720"/>
            <a:ext cx="1517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40680" y="2331720"/>
            <a:ext cx="1554480" cy="100584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58968" y="2331720"/>
            <a:ext cx="1517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协作探究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2331720"/>
            <a:ext cx="1554480" cy="100584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50608" y="2331720"/>
            <a:ext cx="1517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跨学科学习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8412480" cy="118872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 场景示例2 · 游戏化学习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9502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应用生成式AI设计教育游戏情景、挑战任务与激励机制，创设沉浸式学习情境，将知识学习与能力训练融入游戏关卡，激发学习动机，提升学生问题解决与自主学习能力。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 案例概述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使用的主要AI工具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4747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AI编程助手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国内AI辅助编程工具，支持自然语言描述需求并生成代码。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用于：架构设计、代码生成、Debug分析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34747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后端平台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3756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微信云开发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后端平台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18211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微信官方Serverless平台，提供云数据库、云函数、云存储。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用于：数据库存储、业务逻辑云函数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651760" cy="34747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前端载体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2179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前端载体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3182112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学生端4个核心页面 + 教师端管理页面，无需下载安装即可使用。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用于：学生端界面、教师端管理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 过程与方法  |  步骤1：用AI规划系统架构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整体系统架构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28016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学生端（前端）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2435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0" y="1243584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2435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首页·角色卡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435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43584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435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天赋测试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435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43584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2435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2435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43584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2435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挑战页面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12435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0" y="1243584"/>
            <a:ext cx="54864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07808" y="12435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抽卡页面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128016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1031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教师端（前端）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21579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0" y="2157984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38528" y="21579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成绩导入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21579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157984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1579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1579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157984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1579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三参数导入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21579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2157984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21579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道具发放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017520"/>
            <a:ext cx="128016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0175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云函数层（业务逻辑）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28800" y="30723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828800" y="3072384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38528" y="30723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登录/绑定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46120" y="30723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3072384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55848" y="30723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天赋匹配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30723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072384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30723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任务系统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80760" y="30723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80760" y="3072384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30723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挑战系统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98080" y="30723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498080" y="3072384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07808" y="30723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口令管理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3931920"/>
            <a:ext cx="128016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9319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云数据库（数据存储）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828800" y="39867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828800" y="3986784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38528" y="39867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students集合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46120" y="39867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46120" y="3986784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55848" y="39867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scores集合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663440" y="39867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3986784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73168" y="39867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tasks集合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080760" y="3986784"/>
            <a:ext cx="1325880" cy="640080"/>
          </a:xfrm>
          <a:prstGeom prst="rect">
            <a:avLst/>
          </a:prstGeom>
          <a:solidFill>
            <a:srgbClr val="1E207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080760" y="3986784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0488" y="3986784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challenges集合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 以上全部架构由 WorkBuddy AI 辅助设计，教师用自然语言描述需求 → AI生成完整技术方案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 过程与方法  |  步骤2：AI辅助实现核心功能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五大核心系统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" y="1188720"/>
            <a:ext cx="1600200" cy="34747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1188720"/>
            <a:ext cx="1600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" y="1188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角色养成系统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82880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 → 经验值转化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48716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1401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等级自动提升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14553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7238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属性成长可视化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80390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307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道具使用永久加成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74520" y="1188720"/>
            <a:ext cx="1600200" cy="34747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74520" y="1188720"/>
            <a:ext cx="1600200" cy="50292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🔮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67128" y="1188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天赋测试系统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65960" y="1828800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17556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18题学习风格测试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65960" y="2487168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241401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六维属性精准匹配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65960" y="3145536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307238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测试觉醒100%成长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65960" y="3803904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37307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跳过觉醒80%成长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11880" y="1188720"/>
            <a:ext cx="1600200" cy="34747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1880" y="1188720"/>
            <a:ext cx="16002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904488" y="1188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任务系统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03320" y="1828800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17556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每日3次基础抽卡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03320" y="2487168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241401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普通任务 +3次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703320" y="314553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307238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特殊任务 +5次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03320" y="3803904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37307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教师确认即发放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1188720"/>
            <a:ext cx="1600200" cy="34747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49240" y="1188720"/>
            <a:ext cx="1600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⚔️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641848" y="1188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挑战系统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40680" y="18288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17556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消耗凭证发起挑战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40680" y="24871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241401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等级差奖励机制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40680" y="31455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307238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胜负影响排名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40680" y="38039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37307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历史对战记录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86600" y="1188720"/>
            <a:ext cx="1600200" cy="34747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086600" y="1188720"/>
            <a:ext cx="1600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7379208" y="1188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排行榜系统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178040" y="18288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0" y="175564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班级实时排名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178040" y="24871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241401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经验值排序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178040" y="314553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307238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头像+级别显示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178040" y="38039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0" y="373075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激励竞争氛围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 过程与方法  |  步骤2：核心功能详解 · 挑战系统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等级差奖励机制——鼓励学生挑战更强的对手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设计理念：挑战比自己强的对手 → 风险高 → 奖励大；挑战比自己弱的对手 → 奖励缩水，避免刷弱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31089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对手等级差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情形说明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EXP奖励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设计意图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对手低 ≥10级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碾压局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 EXP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奖励缩水，不鼓励欺负弱者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对手低 1~9级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正常低分段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 EXP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基础奖励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对手同级 ±0级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势均力敌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 EXP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基础奖励（最常见）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对手高 1~4级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略高难度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+7 EXP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勇于挑战，小幅加成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对手高 ≥5级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高难度挑战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A5E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+10 EXP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大幅奖励，鼓励超越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AI辅助实现：我用自然语言描述这套规则 → WorkBuddy 自动生成云函数代码，包含完整的等级差计算逻辑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 过程与方法  |  步骤3：AI辅助调试与迭代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开发迭代过程——用AI解决每一个障碍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371600" cy="1371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描述需求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783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用自然语言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告诉AI想做什么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1371600"/>
            <a:ext cx="1371600" cy="1371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57400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AI生成代码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WorkBuddy生成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完整可运行代码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371600"/>
            <a:ext cx="1371600" cy="1371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49040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上传测试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1783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部署到微信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小程序模拟器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1371600"/>
            <a:ext cx="1371600" cy="1371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068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1783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记录错误现象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截图/日志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1371600"/>
            <a:ext cx="1371600" cy="1371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32320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AI分析修复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将日志提交AI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获得修复方案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4904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76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典型案例：抽卡次数跨日重置Bug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1788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现象：学生当天完成任务获得+3次奖励，第二天打开发现奖励丢失只剩3次  |  根因：云函数跨日判断逻辑错误，无条件重置为3次，忽略了任务奖励  |  AI协助定位：提交日志截图 → AI分析 → 10分钟内修复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 过程与方法  |  步骤4：学生使用全流程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学生日常使用流程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" y="1783080"/>
            <a:ext cx="1005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扫码进入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" y="2304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微信扫一扫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无需下载安装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181051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34440" y="1783080"/>
            <a:ext cx="10058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口令登录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304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输入班级+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个人口令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181051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🔮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331720" y="1783080"/>
            <a:ext cx="1005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天赋测试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304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18题测试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匹配天赋类型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81051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429000" y="1783080"/>
            <a:ext cx="10058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查看任务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304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每日学习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任务列表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181051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526280" y="1783080"/>
            <a:ext cx="1005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完成作业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2304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提交作业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等待教师确认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181051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56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🎁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623560" y="1783080"/>
            <a:ext cx="10058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获得奖励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2304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 + 抽卡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次数自动发放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29400" y="181051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⚔️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20840" y="1783080"/>
            <a:ext cx="1005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升级挑战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2304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角色升级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挑战班级同学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26680" y="181051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1812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7818120" y="1783080"/>
            <a:ext cx="10058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修改口令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0" y="2304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自助修改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登录口令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108960"/>
            <a:ext cx="8412480" cy="169164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3108960"/>
            <a:ext cx="8412480" cy="411480"/>
          </a:xfrm>
          <a:prstGeom prst="rect">
            <a:avLst/>
          </a:prstGeom>
          <a:solidFill>
            <a:srgbClr val="12124A"/>
          </a:solidFill>
          <a:ln w="12700">
            <a:solidFill>
              <a:srgbClr val="1212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 持续正反馈循环设计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354787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学习行为（作业/测验）→ 系统奖励（EXP/道具）→ 角色成长（升级）→ 社交激励（排名/挑战）→ 再次学习行为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每个环节都有即时反馈，打破了传统学习中努力与回报之间反馈滞后的问题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v3.1.0新增：天赋测试精准匹配 + 学生自助修改口令，增强个性化与安全性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 规范应用说明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如何规范应用人工智能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50876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60520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887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 数据隐私保护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不存储学生真实姓名，仅用自定义昵称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所有数据存储在微信官方云开发平台，不与第三方共享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遵守《个人信息保护法》，学生数据仅用于教学目的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160520" cy="150876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88720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1887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🏷️  AI生成内容标注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16642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系统代码、架构设计均注明AI辅助生成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向学生说明这个系统是老师用AI工具开发的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视频片尾标注部分内容由AI辅助生成，经人工审核修订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60520" cy="150876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416052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260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 学生使用边界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" y="34015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奖励完全由教师确认的真实学习成果决定，不可刷操作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小程序设计刻意避免让学生绕过学习获得奖励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游戏机制服务于学习本身，不成为干扰因素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926080"/>
            <a:ext cx="4160520" cy="150876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926080"/>
            <a:ext cx="41605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29260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  技术应用审慎性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81728" y="34015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AI生成的代码经过逐行审查，不直接上线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发现Bug及时修复，不轻率上线存在安全隐患的版本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对AI生成内容进行教育伦理审查，确保价值观正确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 成效与经验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应用成效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920240" cy="21031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↑30%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2860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任务完成率提升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对比引入前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188720"/>
            <a:ext cx="1920240" cy="21031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↓70%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37744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教师管理耗时减少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5分钟掌握全班学情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188720"/>
            <a:ext cx="1920240" cy="21031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52628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自主练习增加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学生主动提交作业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188720"/>
            <a:ext cx="1920240" cy="210312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67512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学生参与覆盖率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全班同学使用系统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8503920" cy="146304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74720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20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学生反馈（真实原话）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9136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「老师，我今天做完题想抽卡！」  「我要挑战XX，他比我高2级，我要追上去！」  「妈妈，我们班有排行榜，我要进前三！」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——这些是真实发生的对话。学生从被迫学习转变为主动学习，正是这套系统设计的核心价值。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 成效与经验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三条可复制的经验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82296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25880" y="13258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从教育需求出发，而不是从技术出发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72821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先想清楚要解决什么教育问题，再让AI提供技术方案。技术是工具，教育目标是核心。不要为了用AI而用AI，要因为有真实问题才用AI。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8412480" cy="105156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822960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25880" y="2514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AI是协作者，不是替代者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91693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教育设计、游戏规则制定、效果评估，这些核心工作仍需教师主导。AI负责实现，教师负责设计方向和价值判断。人机协同，各发挥所长。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8412480" cy="1051560"/>
          </a:xfrm>
          <a:prstGeom prst="rect">
            <a:avLst/>
          </a:prstGeom>
          <a:solidFill>
            <a:srgbClr val="1A1A5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11880"/>
            <a:ext cx="82296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118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25880" y="37033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快速迭代是关键策略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105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用AI快速生成原型 → 学生试用反馈 → 针对性改进 → 再次迭代。不要追求完美的第一版，要用迭代速度换取真实反馈，持续优化。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 "你不需要懂技术，你只需要有想法——AI可以帮你把想法变成现实"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12124A"/>
          </a:solidFill>
          <a:ln w="12700">
            <a:solidFill>
              <a:srgbClr val="121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44568" y="914400"/>
            <a:ext cx="54864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欢迎同行交流与探讨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案例名称：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学业英雄养成记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游戏化学习（助力学习变革）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主要工具：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+ 微信云开发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适用学段：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337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初中（可拓展至其他学段）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531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本案例使用AI工具辅助开发，部分内容由AI生成并经人工审核修订  |  AI Generated Content Labeled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C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学业英雄养成记 · 视频案例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学业英雄养成记 v3.1.0 - 案例视频PPT</dc:title>
  <dc:subject>PptxGenJS Presentation</dc:subject>
  <dc:creator>学业英雄养成记</dc:creator>
  <cp:lastModifiedBy>学业英雄养成记</cp:lastModifiedBy>
  <cp:revision>1</cp:revision>
  <dcterms:created xsi:type="dcterms:W3CDTF">2026-05-08T09:20:47Z</dcterms:created>
  <dcterms:modified xsi:type="dcterms:W3CDTF">2026-05-08T09:20:47Z</dcterms:modified>
</cp:coreProperties>
</file>