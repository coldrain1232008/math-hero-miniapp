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6C63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743200"/>
            <a:ext cx="2743200" cy="2743200"/>
          </a:xfrm>
          <a:prstGeom prst="ellipse">
            <a:avLst/>
          </a:prstGeom>
          <a:solidFill>
            <a:srgbClr val="764BA2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学业英雄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Hero Journey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让学业成长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变成一场冒险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 游戏化学习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05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⚔️  挑战竞技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525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 排行榜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00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每日任务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2743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365760"/>
            <a:ext cx="2377440" cy="21031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097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【截图1】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角色主页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65760"/>
            <a:ext cx="2377440" cy="21031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097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【截图2】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排行榜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743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834640"/>
            <a:ext cx="1463040" cy="20116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4747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【截图3】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挑战选择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2743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2834640"/>
            <a:ext cx="1463040" cy="20116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4747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【截图4】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对战结果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743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2834640"/>
            <a:ext cx="1463040" cy="20116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34747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【截图5】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历史记录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137160"/>
            <a:ext cx="5303520" cy="2011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731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小程序界面预览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学业英雄养成记 - 海报</dc:title>
  <dc:subject>PptxGenJS Presentation</dc:subject>
  <dc:creator>学业英雄养成记团队</dc:creator>
  <cp:lastModifiedBy>学业英雄养成记团队</cp:lastModifiedBy>
  <cp:revision>1</cp:revision>
  <dcterms:created xsi:type="dcterms:W3CDTF">2026-04-17T02:26:42Z</dcterms:created>
  <dcterms:modified xsi:type="dcterms:W3CDTF">2026-04-17T02:26:42Z</dcterms:modified>
</cp:coreProperties>
</file>