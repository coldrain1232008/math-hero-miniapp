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5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63FF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64BA2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学业英雄养成记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6C63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Academic Hero Journey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让学业成长变成一场英雄养成游戏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微信小程序发布介绍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什么是学业英雄养成记？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201168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6" name="Text 4"/>
          <p:cNvSpPr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63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🎮 游戏化学习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</a:t>
            </a:r>
            <a:r>
              <a:rPr lang="zh-CN" alt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每一次</a:t>
            </a: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成绩转化为角色养成经验值，</a:t>
            </a:r>
            <a:endParaRPr lang="en-US" sz="1400" dirty="0">
              <a:solidFill>
                <a:srgbClr val="666666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每一道题都是一次成长，</a:t>
            </a:r>
            <a:endParaRPr lang="en-US" sz="1400" dirty="0">
              <a:solidFill>
                <a:srgbClr val="666666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每一次进步都能看见。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91440" cy="201168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10" name="Text 8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⚔️ 挑战竞技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与同学进行属性对决，用实力证明自己，等级差越大，胜利奖励越丰厚。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📱 微信小程序，无需下载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学生通过班级码加入，教师一键布置任务，数据自动同步。让学生在课间、课后都能随时随地感受成长的乐趣。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核心功能一览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63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班级排行榜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实时展示班级排名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激发竞争意识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91440" cy="164592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11" name="Text 9"/>
          <p:cNvSpPr/>
          <p:nvPr/>
        </p:nvSpPr>
        <p:spPr>
          <a:xfrm>
            <a:off x="5029200" y="15544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⚔️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669280" y="15544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挑战对决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01168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与同学属性比拼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胜利获得丰厚奖励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91440" cy="164592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6" name="Text 14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3832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4B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每日任务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84048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完成任务获得经验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还有额外抽卡机会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00400"/>
            <a:ext cx="91440" cy="1645920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1" name="Text 19"/>
          <p:cNvSpPr/>
          <p:nvPr/>
        </p:nvSpPr>
        <p:spPr>
          <a:xfrm>
            <a:off x="5029200" y="33832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🎰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69280" y="338328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幸运抽卡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384048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随机获得道具奖励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挑战凭证/成长加速剂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等级与称号系统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C63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📈 经验值系统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4747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课堂表现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+1 EXP / 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zh-CN" alt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</a:t>
            </a: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排名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第1名: +150 EXP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第50名: +50 EXP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挑战胜利</a:t>
            </a:r>
            <a:endParaRPr lang="en-US" sz="1400" dirty="0"/>
          </a:p>
          <a:p>
            <a:pPr marL="0" lvl="1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+5 EXP（根据等级差浮动）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64B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🏅 称号系统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4747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根据属性特点获得专属称号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C63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学神 · 战神 · 勇者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天才 · 名师 · 圣者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等级越高，可解锁更多称号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⚔️ 挑战系统详解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挑战规则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75488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对决方式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系统随机抽取双方各3个属性进行3轮比拼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胜利奖励（等级差计算）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对手比自己低 ≥10级：固定 1 EXP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对手与自己等级相近：基础 5 EXP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对手比自己高 5级：额外 +5 EXP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失败惩罚：-5 EXP（保底0）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被挑战者防守胜利：+1 EXP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265176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63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如何获得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挑战凭证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377440"/>
            <a:ext cx="21031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🎰 抽卡获得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完成任务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普通任务 +1 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👨‍🏫 教师发放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📱 小程序界面展示</a:t>
            </a:r>
            <a:endParaRPr lang="en-US" sz="32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670" y="1162050"/>
            <a:ext cx="2085340" cy="39223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625" y="1172210"/>
            <a:ext cx="2084705" cy="39712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820" y="1162050"/>
            <a:ext cx="2118995" cy="3971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📱 挑战系统界面</a:t>
            </a:r>
            <a:endParaRPr lang="en-US" sz="32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" y="1202690"/>
            <a:ext cx="2348865" cy="39408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410" y="1202055"/>
            <a:ext cx="2129155" cy="39414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1202055"/>
            <a:ext cx="2142490" cy="3940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C63FF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学生使用流程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1463040"/>
            <a:ext cx="548640" cy="54864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5" name="Text 3"/>
          <p:cNvSpPr/>
          <p:nvPr/>
        </p:nvSpPr>
        <p:spPr>
          <a:xfrm>
            <a:off x="1188720" y="150876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01168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扫码加入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扫描班级码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进入自己的班级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926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C63FF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548640" cy="54864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11" name="Text 9"/>
          <p:cNvSpPr/>
          <p:nvPr/>
        </p:nvSpPr>
        <p:spPr>
          <a:xfrm>
            <a:off x="3383280" y="150876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51760" y="2194560"/>
            <a:ext cx="201168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23774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创建角色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83464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选择天赋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开启英雄之旅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926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C63FF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577840" y="1463040"/>
            <a:ext cx="548640" cy="54864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17" name="Text 15"/>
          <p:cNvSpPr/>
          <p:nvPr/>
        </p:nvSpPr>
        <p:spPr>
          <a:xfrm>
            <a:off x="5577840" y="150876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46320" y="2194560"/>
            <a:ext cx="201168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3774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完成任务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完成每日任务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积累经验值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926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C63FF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772400" y="1463040"/>
            <a:ext cx="548640" cy="548640"/>
          </a:xfrm>
          <a:prstGeom prst="ellipse">
            <a:avLst/>
          </a:prstGeom>
          <a:solidFill>
            <a:srgbClr val="6C63FF"/>
          </a:solidFill>
        </p:spPr>
      </p:sp>
      <p:sp>
        <p:nvSpPr>
          <p:cNvPr id="23" name="Text 21"/>
          <p:cNvSpPr/>
          <p:nvPr/>
        </p:nvSpPr>
        <p:spPr>
          <a:xfrm>
            <a:off x="7772400" y="150876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2194560"/>
            <a:ext cx="201168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2377440"/>
            <a:ext cx="1828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挑战同学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0" y="2834640"/>
            <a:ext cx="1828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消耗挑战凭证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与其他同学对决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👨‍🏫 教师端功能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55448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6" name="Text 4"/>
          <p:cNvSpPr/>
          <p:nvPr/>
        </p:nvSpPr>
        <p:spPr>
          <a:xfrm>
            <a:off x="731520" y="150876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4B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📊 成绩导入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批量导入学生考试/作业成绩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自动计算经验值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91440" cy="155448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0" name="Text 8"/>
          <p:cNvSpPr/>
          <p:nvPr/>
        </p:nvSpPr>
        <p:spPr>
          <a:xfrm>
            <a:off x="5029200" y="150876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4B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任务管理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布置每日/特殊任务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一键重置全班任务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91440" cy="155448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4" name="Text 12"/>
          <p:cNvSpPr/>
          <p:nvPr/>
        </p:nvSpPr>
        <p:spPr>
          <a:xfrm>
            <a:off x="731520" y="324612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4B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🎁 道具发放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向学生发放挑战凭证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或成长加速剂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91440" cy="1554480"/>
          </a:xfrm>
          <a:prstGeom prst="rect">
            <a:avLst/>
          </a:prstGeom>
          <a:solidFill>
            <a:srgbClr val="764BA2"/>
          </a:solidFill>
        </p:spPr>
      </p:sp>
      <p:sp>
        <p:nvSpPr>
          <p:cNvPr id="18" name="Text 16"/>
          <p:cNvSpPr/>
          <p:nvPr/>
        </p:nvSpPr>
        <p:spPr>
          <a:xfrm>
            <a:off x="5029200" y="3246120"/>
            <a:ext cx="3383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4BA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👥 班级管理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管理学生名单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查看班级数据统计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820670" cy="5143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0"/>
            <a:ext cx="2844800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00" y="0"/>
            <a:ext cx="29591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857500" cy="5143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660" y="0"/>
            <a:ext cx="2901315" cy="5143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20" y="0"/>
            <a:ext cx="29133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C63FF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764BA2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让学习变成一场冒险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C63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学业英雄养成记 - 用游戏化的方式激发学生学习动力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926080"/>
            <a:ext cx="4572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成绩转化经验值，看得见的成长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同伴竞争激励，激发学习动力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游戏化体验，让学习不再枯燥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✅ 教师轻松管理，数据自动同步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WPS 文字</Application>
  <PresentationFormat>On-screen Show (16:9)</PresentationFormat>
  <Paragraphs>174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Apple Color Emoji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学业英雄养成记 - 微信小程序发布介绍</dc:title>
  <dc:creator>学业英雄养成记团队</dc:creator>
  <dc:subject>PptxGenJS Presentation</dc:subject>
  <cp:lastModifiedBy>马积良</cp:lastModifiedBy>
  <cp:revision>2</cp:revision>
  <dcterms:created xsi:type="dcterms:W3CDTF">2026-04-16T01:48:26Z</dcterms:created>
  <dcterms:modified xsi:type="dcterms:W3CDTF">2026-04-16T01:48:26Z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45EDF1CC0FEDE2AFEA3FE06920D9A017_42</vt:lpwstr>
  </property>
  <property fmtid="{D5CDD505-2E9C-101B-9397-08002B2CF9AE}" pid="3" name="KSOProductBuildVer">
    <vt:lpwstr>2052-7.4.1.8983</vt:lpwstr>
  </property>
</Properties>
</file>